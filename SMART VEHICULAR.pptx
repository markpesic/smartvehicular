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e5ba22ae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e5ba22ae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e5ba22ae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e5ba22ae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e5ba22ae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e5ba22ae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5ba22ae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e5ba22ae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5ba22ae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e5ba22ae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e5ba22ae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e5ba22ae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e5ba22ae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e5ba22ae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5ba22ae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e5ba22ae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e5ba22ae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e5ba22ae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e5ba22aee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e5ba22aee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e5ba22ae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e5ba22ae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5ba22ae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e5ba22ae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e5ba22ae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e5ba22ae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e5ba22ae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e5ba22ae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e78b20f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e78b20f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</a:t>
            </a:r>
            <a:r>
              <a:rPr lang="it"/>
              <a:t>river drowsiness detection via steering monitoring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Motivations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Attempt to reduce road accidents caused by driver drowsiness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A</a:t>
            </a:r>
            <a:r>
              <a:rPr lang="it" sz="2000"/>
              <a:t>ttempt to detect early signs of microsleep episodes before a loss-of-control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demonstrate a non-intrusive drowsiness detection approach that requires no </a:t>
            </a:r>
            <a:r>
              <a:rPr lang="it" sz="2000"/>
              <a:t>additional</a:t>
            </a:r>
            <a:r>
              <a:rPr lang="it" sz="2000"/>
              <a:t> sensors (camera, EEG, etc.) beyond the steering input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generation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3000"/>
              <a:t>Data generation for this problem is the most </a:t>
            </a:r>
            <a:r>
              <a:rPr lang="it" sz="3000"/>
              <a:t>important</a:t>
            </a:r>
            <a:r>
              <a:rPr lang="it" sz="3000"/>
              <a:t> step given the fact that </a:t>
            </a:r>
            <a:r>
              <a:rPr lang="it" sz="3000"/>
              <a:t>publicly</a:t>
            </a:r>
            <a:r>
              <a:rPr lang="it" sz="3000"/>
              <a:t> data </a:t>
            </a:r>
            <a:r>
              <a:rPr lang="it" sz="3000"/>
              <a:t>available</a:t>
            </a:r>
            <a:r>
              <a:rPr lang="it" sz="3000"/>
              <a:t> is scarce and mostly not open 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Generation </a:t>
            </a:r>
            <a:r>
              <a:rPr lang="it">
                <a:latin typeface="Lato"/>
                <a:ea typeface="Lato"/>
                <a:cs typeface="Lato"/>
                <a:sym typeface="Lato"/>
              </a:rPr>
              <a:t>#1st attempt autopilot + artificial sabotage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696200" cy="32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Alert state = CARLA autopilot; Drowsy = autopilot + perturbation injected on steering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White noise</a:t>
            </a:r>
            <a:r>
              <a:rPr lang="it" sz="1600"/>
              <a:t>: Random jitter on steer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Sinusoidal drift</a:t>
            </a:r>
            <a:r>
              <a:rPr lang="it" sz="1600"/>
              <a:t>: low frequency oscillation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Random freezes</a:t>
            </a:r>
            <a:r>
              <a:rPr lang="it" sz="1600"/>
              <a:t>: Zero input for N steps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rgbClr val="FF0000"/>
                </a:solidFill>
              </a:rPr>
              <a:t>Problem</a:t>
            </a:r>
            <a:r>
              <a:rPr lang="it" sz="1500"/>
              <a:t>: </a:t>
            </a:r>
            <a:r>
              <a:rPr b="1" lang="it" sz="1500"/>
              <a:t>noise painted on “kind of good </a:t>
            </a:r>
            <a:r>
              <a:rPr b="1" lang="it" sz="1500"/>
              <a:t>steering”. Classifier just learns “autopilot vs autopilot+noise”. The baseline doesn’t have anything to do with human driving</a:t>
            </a:r>
            <a:endParaRPr b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Generation </a:t>
            </a:r>
            <a:r>
              <a:rPr lang="it">
                <a:latin typeface="Lato"/>
                <a:ea typeface="Lato"/>
                <a:cs typeface="Lato"/>
                <a:sym typeface="Lato"/>
              </a:rPr>
              <a:t>#2nd attempt Reinforcement Learning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696200" cy="32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Train two PPO agents: one for the alert driving, one for drowsy driving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Alert Agent</a:t>
            </a:r>
            <a:r>
              <a:rPr lang="it" sz="1600"/>
              <a:t>: Standard lane-keeping reward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Drowsy Agent</a:t>
            </a:r>
            <a:r>
              <a:rPr lang="it" sz="1600"/>
              <a:t>: reward design ????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rgbClr val="FF0000"/>
                </a:solidFill>
              </a:rPr>
              <a:t>Problem</a:t>
            </a:r>
            <a:r>
              <a:rPr lang="it" sz="1500"/>
              <a:t>: </a:t>
            </a:r>
            <a:r>
              <a:rPr b="1" lang="it" sz="1500"/>
              <a:t>Drowsy reward is non-trivial, if you just invert the reward, the driving becomes chaotic , not drowsy.</a:t>
            </a:r>
            <a:endParaRPr b="1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Generation </a:t>
            </a:r>
            <a:r>
              <a:rPr lang="it">
                <a:latin typeface="Lato"/>
                <a:ea typeface="Lato"/>
                <a:cs typeface="Lato"/>
                <a:sym typeface="Lato"/>
              </a:rPr>
              <a:t>#3rd attempt Human Driving (what i used)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696200" cy="32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Same person drives alert and drowsy, the signal is real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Mouse steering</a:t>
            </a:r>
            <a:r>
              <a:rPr lang="it" sz="1600"/>
              <a:t>: </a:t>
            </a:r>
            <a:r>
              <a:rPr lang="it" sz="1600"/>
              <a:t>Continuous</a:t>
            </a:r>
            <a:r>
              <a:rPr lang="it" sz="1600"/>
              <a:t> signal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Town04 highway</a:t>
            </a:r>
            <a:r>
              <a:rPr lang="it" sz="1600"/>
              <a:t>: Monotony leads to drowsiness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Feature correctness</a:t>
            </a:r>
            <a:r>
              <a:rPr lang="it" sz="1600"/>
              <a:t>: Features move in literature predicted directions.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rgbClr val="FF0000"/>
                </a:solidFill>
              </a:rPr>
              <a:t>Problem</a:t>
            </a:r>
            <a:r>
              <a:rPr lang="it" sz="1500"/>
              <a:t>: Not a good statistical test, the population is just 1, it is not a realistic study</a:t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generation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672806"/>
            <a:ext cx="7038900" cy="2563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acquisition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4" y="1672829"/>
            <a:ext cx="7038900" cy="200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Feature extraction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FF00"/>
                </a:solidFill>
              </a:rPr>
              <a:t>Windowing</a:t>
            </a:r>
            <a:r>
              <a:rPr lang="it" sz="1600"/>
              <a:t>: The </a:t>
            </a:r>
            <a:r>
              <a:rPr lang="it" sz="1600"/>
              <a:t>continuous</a:t>
            </a:r>
            <a:r>
              <a:rPr lang="it" sz="1600"/>
              <a:t> steering signal is sliced into fixed-length </a:t>
            </a:r>
            <a:r>
              <a:rPr lang="it" sz="1600"/>
              <a:t>windows</a:t>
            </a:r>
            <a:r>
              <a:rPr lang="it" sz="1600"/>
              <a:t> of 15 seconds (300 samples at 20Hz) with 75% overlap (steps of 2s)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balances temporal resolution against window length: 15 seconds is long enough to capture a full drift-then correct cycle,while the high overlap maximises the number of training examples from limited session data. 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Feature extraction steering features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925" y="1017725"/>
            <a:ext cx="6447826" cy="40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Feature extraction steering features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808175"/>
            <a:ext cx="7038900" cy="2003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Classification Model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 Logistic regression</a:t>
            </a:r>
            <a:r>
              <a:rPr lang="it" sz="1600"/>
              <a:t> (with standardised features and balanced class weights) as the interpretable baseline. Its coefficients directly indicate which steering features contribute to drowsiness and in which direction.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Random forest</a:t>
            </a:r>
            <a:r>
              <a:rPr lang="it" sz="1600"/>
              <a:t> (300 trees, max depth 4, min samples leaf 3, balanced subsample weighting) as a capacity-limited ensemble.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Deep learning</a:t>
            </a:r>
            <a:r>
              <a:rPr lang="it" sz="1600"/>
              <a:t> approaches (LSTMs, 1D-CNNs) were deliberately avoided. With approxi mately 1000 correlated windows from a single subject, a neural network would memorise the subject and session rather than learning drowsiness. 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Dataset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838" y="1622975"/>
            <a:ext cx="43338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Benchmark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2" y="1449077"/>
            <a:ext cx="7350501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Feature analysis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1100900"/>
            <a:ext cx="634365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drowsiness detection system</a:t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Steering inactivity detector</a:t>
            </a:r>
            <a:r>
              <a:rPr lang="it" sz="1600"/>
              <a:t> : checked every tick at 20Hz. If the steering has barely moved for more than 3 seconds.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>
                <a:solidFill>
                  <a:srgbClr val="00FF00"/>
                </a:solidFill>
              </a:rPr>
              <a:t>ML-confirmerd drowsiness</a:t>
            </a:r>
            <a:r>
              <a:rPr lang="it" sz="1600"/>
              <a:t>: logistic regression model run on a rolling </a:t>
            </a:r>
            <a:r>
              <a:rPr lang="it" sz="1600"/>
              <a:t>windows</a:t>
            </a:r>
            <a:r>
              <a:rPr lang="it" sz="1600"/>
              <a:t> of 15s every 2 seconds: High confidence bypass, if a single prediction yields a probability over .80 the </a:t>
            </a:r>
            <a:r>
              <a:rPr lang="it" sz="1600"/>
              <a:t>warning</a:t>
            </a:r>
            <a:r>
              <a:rPr lang="it" sz="1600"/>
              <a:t> fires </a:t>
            </a:r>
            <a:r>
              <a:rPr lang="it" sz="1600"/>
              <a:t>immediately</a:t>
            </a:r>
            <a:r>
              <a:rPr lang="it" sz="1600"/>
              <a:t> without majority vote. Otherwise for </a:t>
            </a:r>
            <a:r>
              <a:rPr lang="it" sz="1600"/>
              <a:t>borderline</a:t>
            </a:r>
            <a:r>
              <a:rPr lang="it" sz="1600"/>
              <a:t> </a:t>
            </a:r>
            <a:r>
              <a:rPr lang="it" sz="1600"/>
              <a:t>predictions</a:t>
            </a:r>
            <a:r>
              <a:rPr lang="it" sz="1600"/>
              <a:t> between 0.5 to 0.8 a majority vote over 2 consecutive predictions.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